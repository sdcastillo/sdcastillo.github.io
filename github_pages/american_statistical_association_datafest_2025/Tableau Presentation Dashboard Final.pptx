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74" d="100"/>
          <a:sy n="74" d="100"/>
        </p:scale>
        <p:origin x="950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Castillo" userId="7f4aaa75291c4858" providerId="LiveId" clId="{27ECED36-80D6-4A8D-83DF-512B2DDC3174}"/>
    <pc:docChg chg="addSld delSld modSld">
      <pc:chgData name="Sam Castillo" userId="7f4aaa75291c4858" providerId="LiveId" clId="{27ECED36-80D6-4A8D-83DF-512B2DDC3174}" dt="2025-04-06T15:21:11.032" v="122" actId="20577"/>
      <pc:docMkLst>
        <pc:docMk/>
      </pc:docMkLst>
      <pc:sldChg chg="modSp new mod">
        <pc:chgData name="Sam Castillo" userId="7f4aaa75291c4858" providerId="LiveId" clId="{27ECED36-80D6-4A8D-83DF-512B2DDC3174}" dt="2025-04-06T15:21:11.032" v="122" actId="20577"/>
        <pc:sldMkLst>
          <pc:docMk/>
          <pc:sldMk cId="534637494" sldId="259"/>
        </pc:sldMkLst>
        <pc:spChg chg="mod">
          <ac:chgData name="Sam Castillo" userId="7f4aaa75291c4858" providerId="LiveId" clId="{27ECED36-80D6-4A8D-83DF-512B2DDC3174}" dt="2025-04-06T15:21:11.032" v="122" actId="20577"/>
          <ac:spMkLst>
            <pc:docMk/>
            <pc:sldMk cId="534637494" sldId="259"/>
            <ac:spMk id="3" creationId="{CB5362BF-C3FD-B5B1-9C97-F07A602DFC70}"/>
          </ac:spMkLst>
        </pc:spChg>
      </pc:sldChg>
      <pc:sldChg chg="add del">
        <pc:chgData name="Sam Castillo" userId="7f4aaa75291c4858" providerId="LiveId" clId="{27ECED36-80D6-4A8D-83DF-512B2DDC3174}" dt="2025-04-06T15:20:31.890" v="1" actId="47"/>
        <pc:sldMkLst>
          <pc:docMk/>
          <pc:sldMk cId="2568211043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4/6/2025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CC1CC888-7EFA-477B-B724-7E09F001C1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datafest</a:t>
            </a:r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6C4B8A3D-81A0-490C-AE4E-5B3DE282CE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File created on: 4/6/2025 11:13:43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Dashboard 1">
            <a:extLst>
              <a:ext uri="{FF2B5EF4-FFF2-40B4-BE49-F238E27FC236}">
                <a16:creationId xmlns:a16="http://schemas.microsoft.com/office/drawing/2014/main" id="{08389C76-1D42-42DC-94D2-746EC821E2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Dashboard 2">
            <a:extLst>
              <a:ext uri="{FF2B5EF4-FFF2-40B4-BE49-F238E27FC236}">
                <a16:creationId xmlns:a16="http://schemas.microsoft.com/office/drawing/2014/main" id="{627CEC43-0E14-4D5C-918C-F27649A018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0E14D-BF11-8297-775A-17DCF8DDB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362BF-C3FD-B5B1-9C97-F07A602DF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Where should companies move to?  Places with growth of new offices with high profits</a:t>
            </a:r>
          </a:p>
        </p:txBody>
      </p:sp>
    </p:spTree>
    <p:extLst>
      <p:ext uri="{BB962C8B-B14F-4D97-AF65-F5344CB8AC3E}">
        <p14:creationId xmlns:p14="http://schemas.microsoft.com/office/powerpoint/2010/main" val="534637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23</Words>
  <Application>Microsoft Office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datafest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Sam Castillo</cp:lastModifiedBy>
  <cp:revision>1</cp:revision>
  <dcterms:created xsi:type="dcterms:W3CDTF">2025-04-06T15:13:44Z</dcterms:created>
  <dcterms:modified xsi:type="dcterms:W3CDTF">2025-04-06T15:21:20Z</dcterms:modified>
</cp:coreProperties>
</file>