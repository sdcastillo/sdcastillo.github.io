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DD6D17-2127-4508-9DCB-752C8B272C9C}" v="1" dt="2025-04-06T14:15:05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139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Castillo" userId="7f4aaa75291c4858" providerId="LiveId" clId="{BADD6D17-2127-4508-9DCB-752C8B272C9C}"/>
    <pc:docChg chg="addSld modSld">
      <pc:chgData name="Sam Castillo" userId="7f4aaa75291c4858" providerId="LiveId" clId="{BADD6D17-2127-4508-9DCB-752C8B272C9C}" dt="2025-04-06T14:16:30.466" v="171" actId="20577"/>
      <pc:docMkLst>
        <pc:docMk/>
      </pc:docMkLst>
      <pc:sldChg chg="modSp mod setBg">
        <pc:chgData name="Sam Castillo" userId="7f4aaa75291c4858" providerId="LiveId" clId="{BADD6D17-2127-4508-9DCB-752C8B272C9C}" dt="2025-04-06T14:15:23.858" v="54" actId="403"/>
        <pc:sldMkLst>
          <pc:docMk/>
          <pc:sldMk cId="95992585" sldId="256"/>
        </pc:sldMkLst>
        <pc:spChg chg="mod">
          <ac:chgData name="Sam Castillo" userId="7f4aaa75291c4858" providerId="LiveId" clId="{BADD6D17-2127-4508-9DCB-752C8B272C9C}" dt="2025-04-06T14:15:15.071" v="49" actId="113"/>
          <ac:spMkLst>
            <pc:docMk/>
            <pc:sldMk cId="95992585" sldId="256"/>
            <ac:spMk id="2" creationId="{774B3C09-6925-464D-9ED7-5CEF839DF038}"/>
          </ac:spMkLst>
        </pc:spChg>
        <pc:spChg chg="mod">
          <ac:chgData name="Sam Castillo" userId="7f4aaa75291c4858" providerId="LiveId" clId="{BADD6D17-2127-4508-9DCB-752C8B272C9C}" dt="2025-04-06T14:15:23.858" v="54" actId="403"/>
          <ac:spMkLst>
            <pc:docMk/>
            <pc:sldMk cId="95992585" sldId="256"/>
            <ac:spMk id="3" creationId="{DC3C6624-D231-4872-A235-F3D814A48FB3}"/>
          </ac:spMkLst>
        </pc:spChg>
      </pc:sldChg>
      <pc:sldChg chg="modSp new mod">
        <pc:chgData name="Sam Castillo" userId="7f4aaa75291c4858" providerId="LiveId" clId="{BADD6D17-2127-4508-9DCB-752C8B272C9C}" dt="2025-04-06T14:16:30.466" v="171" actId="20577"/>
        <pc:sldMkLst>
          <pc:docMk/>
          <pc:sldMk cId="3387343843" sldId="259"/>
        </pc:sldMkLst>
        <pc:spChg chg="mod">
          <ac:chgData name="Sam Castillo" userId="7f4aaa75291c4858" providerId="LiveId" clId="{BADD6D17-2127-4508-9DCB-752C8B272C9C}" dt="2025-04-06T14:16:27.618" v="165" actId="20577"/>
          <ac:spMkLst>
            <pc:docMk/>
            <pc:sldMk cId="3387343843" sldId="259"/>
            <ac:spMk id="2" creationId="{DCCAA8F9-F27B-8DEA-6852-FBA8739D04DE}"/>
          </ac:spMkLst>
        </pc:spChg>
        <pc:spChg chg="mod">
          <ac:chgData name="Sam Castillo" userId="7f4aaa75291c4858" providerId="LiveId" clId="{BADD6D17-2127-4508-9DCB-752C8B272C9C}" dt="2025-04-06T14:16:30.466" v="171" actId="20577"/>
          <ac:spMkLst>
            <pc:docMk/>
            <pc:sldMk cId="3387343843" sldId="259"/>
            <ac:spMk id="3" creationId="{E806027C-159B-8FCD-0F4A-F4ED4FCAC0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774B3C09-6925-464D-9ED7-5CEF839DF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1500" b="1" dirty="0" err="1">
                <a:solidFill>
                  <a:schemeClr val="bg1"/>
                </a:solidFill>
              </a:rPr>
              <a:t>DataFest</a:t>
            </a:r>
            <a:r>
              <a:rPr lang="en-US" sz="11500" b="1" dirty="0">
                <a:solidFill>
                  <a:schemeClr val="bg1"/>
                </a:solidFill>
              </a:rPr>
              <a:t> 2025</a:t>
            </a:r>
            <a:endParaRPr sz="11500" b="1" dirty="0">
              <a:solidFill>
                <a:schemeClr val="bg1"/>
              </a:solidFill>
            </a:endParaRP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DC3C6624-D231-4872-A235-F3D814A48F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Sam Castillo</a:t>
            </a:r>
            <a:endParaRPr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1C219EC9-EAD9-443A-AA29-A736C0D30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shboard 2">
            <a:extLst>
              <a:ext uri="{FF2B5EF4-FFF2-40B4-BE49-F238E27FC236}">
                <a16:creationId xmlns:a16="http://schemas.microsoft.com/office/drawing/2014/main" id="{2038E4FB-66DC-4D51-B1F0-4366D8888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A8F9-F27B-8DEA-6852-FBA8739D0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for Major Companies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027C-159B-8FCD-0F4A-F4ED4FCAC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43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DataFest 2025</vt:lpstr>
      <vt:lpstr>PowerPoint Presentation</vt:lpstr>
      <vt:lpstr>PowerPoint Presentation</vt:lpstr>
      <vt:lpstr>Solutions for Major Companies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 Castillo</cp:lastModifiedBy>
  <cp:revision>1</cp:revision>
  <dcterms:created xsi:type="dcterms:W3CDTF">2025-04-06T08:06:26Z</dcterms:created>
  <dcterms:modified xsi:type="dcterms:W3CDTF">2025-04-06T14:16:34Z</dcterms:modified>
</cp:coreProperties>
</file>