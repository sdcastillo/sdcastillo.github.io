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0E8E84-3079-4A63-BDC3-E48DC5B5D274}" v="19" dt="2025-04-06T15:29:50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Castillo" userId="7f4aaa75291c4858" providerId="LiveId" clId="{C10E8E84-3079-4A63-BDC3-E48DC5B5D274}"/>
    <pc:docChg chg="custSel addSld modSld">
      <pc:chgData name="Sam Castillo" userId="7f4aaa75291c4858" providerId="LiveId" clId="{C10E8E84-3079-4A63-BDC3-E48DC5B5D274}" dt="2025-04-06T15:29:50.473" v="665" actId="20577"/>
      <pc:docMkLst>
        <pc:docMk/>
      </pc:docMkLst>
      <pc:sldChg chg="addSp modSp mod setBg addAnim">
        <pc:chgData name="Sam Castillo" userId="7f4aaa75291c4858" providerId="LiveId" clId="{C10E8E84-3079-4A63-BDC3-E48DC5B5D274}" dt="2025-04-06T15:29:50.473" v="665" actId="20577"/>
        <pc:sldMkLst>
          <pc:docMk/>
          <pc:sldMk cId="95992585" sldId="256"/>
        </pc:sldMkLst>
        <pc:spChg chg="mod">
          <ac:chgData name="Sam Castillo" userId="7f4aaa75291c4858" providerId="LiveId" clId="{C10E8E84-3079-4A63-BDC3-E48DC5B5D274}" dt="2025-04-06T15:29:46.270" v="653" actId="20577"/>
          <ac:spMkLst>
            <pc:docMk/>
            <pc:sldMk cId="95992585" sldId="256"/>
            <ac:spMk id="2" creationId="{301EA53C-DB0A-4ED7-8493-7D1EAB7FE4EE}"/>
          </ac:spMkLst>
        </pc:spChg>
        <pc:spChg chg="mod">
          <ac:chgData name="Sam Castillo" userId="7f4aaa75291c4858" providerId="LiveId" clId="{C10E8E84-3079-4A63-BDC3-E48DC5B5D274}" dt="2025-04-06T15:29:50.473" v="665" actId="20577"/>
          <ac:spMkLst>
            <pc:docMk/>
            <pc:sldMk cId="95992585" sldId="256"/>
            <ac:spMk id="3" creationId="{B40D9F3A-2398-43DF-818C-5C937116717D}"/>
          </ac:spMkLst>
        </pc:spChg>
        <pc:spChg chg="add">
          <ac:chgData name="Sam Castillo" userId="7f4aaa75291c4858" providerId="LiveId" clId="{C10E8E84-3079-4A63-BDC3-E48DC5B5D274}" dt="2025-04-06T15:29:37.658" v="645" actId="26606"/>
          <ac:spMkLst>
            <pc:docMk/>
            <pc:sldMk cId="95992585" sldId="256"/>
            <ac:spMk id="8" creationId="{577D6B2E-37A3-429E-A37C-F30ED6487282}"/>
          </ac:spMkLst>
        </pc:spChg>
        <pc:spChg chg="add">
          <ac:chgData name="Sam Castillo" userId="7f4aaa75291c4858" providerId="LiveId" clId="{C10E8E84-3079-4A63-BDC3-E48DC5B5D274}" dt="2025-04-06T15:29:37.658" v="645" actId="26606"/>
          <ac:spMkLst>
            <pc:docMk/>
            <pc:sldMk cId="95992585" sldId="256"/>
            <ac:spMk id="10" creationId="{5CEAD642-85CF-4750-8432-7C80C901F001}"/>
          </ac:spMkLst>
        </pc:spChg>
        <pc:spChg chg="add">
          <ac:chgData name="Sam Castillo" userId="7f4aaa75291c4858" providerId="LiveId" clId="{C10E8E84-3079-4A63-BDC3-E48DC5B5D274}" dt="2025-04-06T15:29:37.658" v="645" actId="26606"/>
          <ac:spMkLst>
            <pc:docMk/>
            <pc:sldMk cId="95992585" sldId="256"/>
            <ac:spMk id="12" creationId="{FA33EEAE-15D5-4119-8C1E-89D943F911EF}"/>
          </ac:spMkLst>
        </pc:spChg>
        <pc:spChg chg="add">
          <ac:chgData name="Sam Castillo" userId="7f4aaa75291c4858" providerId="LiveId" clId="{C10E8E84-3079-4A63-BDC3-E48DC5B5D274}" dt="2025-04-06T15:29:37.658" v="645" actId="26606"/>
          <ac:spMkLst>
            <pc:docMk/>
            <pc:sldMk cId="95992585" sldId="256"/>
            <ac:spMk id="14" creationId="{730D8B3B-9B80-4025-B934-26DC7D7CD231}"/>
          </ac:spMkLst>
        </pc:spChg>
        <pc:spChg chg="add">
          <ac:chgData name="Sam Castillo" userId="7f4aaa75291c4858" providerId="LiveId" clId="{C10E8E84-3079-4A63-BDC3-E48DC5B5D274}" dt="2025-04-06T15:29:37.658" v="645" actId="26606"/>
          <ac:spMkLst>
            <pc:docMk/>
            <pc:sldMk cId="95992585" sldId="256"/>
            <ac:spMk id="16" creationId="{1064D5D5-227B-4F66-9AEA-46F570E793BD}"/>
          </ac:spMkLst>
        </pc:spChg>
        <pc:spChg chg="add">
          <ac:chgData name="Sam Castillo" userId="7f4aaa75291c4858" providerId="LiveId" clId="{C10E8E84-3079-4A63-BDC3-E48DC5B5D274}" dt="2025-04-06T15:29:37.658" v="645" actId="26606"/>
          <ac:spMkLst>
            <pc:docMk/>
            <pc:sldMk cId="95992585" sldId="256"/>
            <ac:spMk id="18" creationId="{646B67A4-D328-4747-A82B-65E84FA46368}"/>
          </ac:spMkLst>
        </pc:spChg>
        <pc:spChg chg="add">
          <ac:chgData name="Sam Castillo" userId="7f4aaa75291c4858" providerId="LiveId" clId="{C10E8E84-3079-4A63-BDC3-E48DC5B5D274}" dt="2025-04-06T15:29:37.658" v="645" actId="26606"/>
          <ac:spMkLst>
            <pc:docMk/>
            <pc:sldMk cId="95992585" sldId="256"/>
            <ac:spMk id="20" creationId="{B5A1B09C-1565-46F8-B70F-621C5EB48A09}"/>
          </ac:spMkLst>
        </pc:spChg>
        <pc:spChg chg="add">
          <ac:chgData name="Sam Castillo" userId="7f4aaa75291c4858" providerId="LiveId" clId="{C10E8E84-3079-4A63-BDC3-E48DC5B5D274}" dt="2025-04-06T15:29:37.658" v="645" actId="26606"/>
          <ac:spMkLst>
            <pc:docMk/>
            <pc:sldMk cId="95992585" sldId="256"/>
            <ac:spMk id="22" creationId="{8C516CC8-80AC-446C-A56E-9F54B7210402}"/>
          </ac:spMkLst>
        </pc:spChg>
      </pc:sldChg>
      <pc:sldChg chg="addSp modSp new mod setBg">
        <pc:chgData name="Sam Castillo" userId="7f4aaa75291c4858" providerId="LiveId" clId="{C10E8E84-3079-4A63-BDC3-E48DC5B5D274}" dt="2025-04-06T15:29:18.741" v="644" actId="962"/>
        <pc:sldMkLst>
          <pc:docMk/>
          <pc:sldMk cId="2289244501" sldId="259"/>
        </pc:sldMkLst>
        <pc:spChg chg="mod">
          <ac:chgData name="Sam Castillo" userId="7f4aaa75291c4858" providerId="LiveId" clId="{C10E8E84-3079-4A63-BDC3-E48DC5B5D274}" dt="2025-04-06T15:29:13.647" v="642" actId="26606"/>
          <ac:spMkLst>
            <pc:docMk/>
            <pc:sldMk cId="2289244501" sldId="259"/>
            <ac:spMk id="2" creationId="{11DB2D68-EEC1-2B21-45E1-BDCC1A31E5D5}"/>
          </ac:spMkLst>
        </pc:spChg>
        <pc:spChg chg="mod">
          <ac:chgData name="Sam Castillo" userId="7f4aaa75291c4858" providerId="LiveId" clId="{C10E8E84-3079-4A63-BDC3-E48DC5B5D274}" dt="2025-04-06T15:29:18.741" v="644" actId="962"/>
          <ac:spMkLst>
            <pc:docMk/>
            <pc:sldMk cId="2289244501" sldId="259"/>
            <ac:spMk id="3" creationId="{4D2155FA-ECA6-DD75-7CAC-397CE3D09D94}"/>
          </ac:spMkLst>
        </pc:spChg>
        <pc:spChg chg="add">
          <ac:chgData name="Sam Castillo" userId="7f4aaa75291c4858" providerId="LiveId" clId="{C10E8E84-3079-4A63-BDC3-E48DC5B5D274}" dt="2025-04-06T15:29:13.647" v="642" actId="26606"/>
          <ac:spMkLst>
            <pc:docMk/>
            <pc:sldMk cId="2289244501" sldId="259"/>
            <ac:spMk id="9" creationId="{C0763A76-9F1C-4FC5-82B7-DD475DA461B2}"/>
          </ac:spMkLst>
        </pc:spChg>
        <pc:spChg chg="add">
          <ac:chgData name="Sam Castillo" userId="7f4aaa75291c4858" providerId="LiveId" clId="{C10E8E84-3079-4A63-BDC3-E48DC5B5D274}" dt="2025-04-06T15:29:13.647" v="642" actId="26606"/>
          <ac:spMkLst>
            <pc:docMk/>
            <pc:sldMk cId="2289244501" sldId="259"/>
            <ac:spMk id="11" creationId="{E81BF4F6-F2CF-4984-9D14-D6966D92F99F}"/>
          </ac:spMkLst>
        </pc:spChg>
        <pc:picChg chg="add mod">
          <ac:chgData name="Sam Castillo" userId="7f4aaa75291c4858" providerId="LiveId" clId="{C10E8E84-3079-4A63-BDC3-E48DC5B5D274}" dt="2025-04-06T15:29:18.740" v="643" actId="27614"/>
          <ac:picMkLst>
            <pc:docMk/>
            <pc:sldMk cId="2289244501" sldId="259"/>
            <ac:picMk id="5" creationId="{61665726-80B1-0F0C-D31E-9D7DB3F5C4C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3E5D-496C-4F4C-EB31-9FEFD0463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D7486-B91A-73AD-27B3-1B4BD15A8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68A9-39FE-BA2F-930A-22A1DF602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1B864-78F4-0F14-0C8A-AC71E8C7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A2E4A-5E78-50C8-3FC4-D920CD3B0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21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E459-4752-203C-DFA9-C837C4EC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A22A7-7FCD-8783-55AE-DEEA7814D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11D44-B779-9443-9B52-76EC29D8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E949B-A8EA-EF9C-1642-A9B3F5AF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C830B-99BA-A4C7-4992-D582E86F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9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0C11-F054-6E4F-81E5-747C05FA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18C7B-FDF3-2D7A-0449-87747C39E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D814E-544E-656A-7745-BCD58915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692CF-1BFB-539D-CDA4-35F2DD6C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93C16-8E9A-76F1-1F22-77F26322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2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2F07-661E-723E-0BE9-E24266FA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252ED-8971-CCF3-0624-47DA2E931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3B31A-A70F-02EC-AD87-8A288981B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21084-9001-9FFE-6EB2-5C1501D00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94247-7483-E06F-FEDE-3DA847B15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34D2D-1616-522A-3C3C-F0556DAD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4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E0778-124D-D3CA-0361-080683A2A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C3C21-8514-9758-D5A9-8BD0EBD88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63DDA-7261-909E-4557-6B0E018F1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D8A380-6D3F-1509-11A9-E21A77353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685EF-BB8A-2E35-9041-1E12DD780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C7F52-3BAE-579E-D781-D64EF1F0F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E2ACC9-E1F5-7B4E-A222-2BCFA99C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32E80-B6AF-48A5-23B7-3B988D959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8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853AE-0418-F121-EC99-CA6B13E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21176-D6DE-55C6-59CD-6735759E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7B98B-6FF3-3448-1C0A-B03C21BD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FE05D-268F-970A-C22B-E028C516E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6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DA578E-AD01-D67F-0962-C93E9009F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8D809C-F5FD-1396-3D8B-7E5356FC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F11B2-AFBB-5E9B-ECB1-145FFFDD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0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B13B-BCBD-2F57-B5C9-288F461F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D683A-FC2E-5BC4-4736-86EB7004E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045E3-F87A-00CD-22C8-E6AF176D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8918D-0B96-C1F0-A835-C614BBC5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66F5-4710-8538-6132-75BA974A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ED203-8B1D-CC1F-A6DC-99C0E382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21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6F74F-9048-5BFA-4BF2-E728A763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85C210-3F7E-D12E-62A0-983D26FEB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2EB50-D555-821F-006E-47679FEAF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0C422-C0BA-298C-FAE5-5B36853B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A9611-9EB4-50BA-8C01-35CE55D2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EA3A3-0F48-63FC-676B-DDCA739D5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69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8692-B4C3-7450-6FB9-B5A46EC02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E22A2-F030-B29B-D481-326EFEE4D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07953-5476-DB8A-2EDE-F131931E1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23489-8E40-5673-D497-FCCB138B5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4C533-A418-7769-60FE-32D0E7EC4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14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336D19-02F8-6A70-AF54-274AA91DF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04D66-0E5A-6DE5-213E-1D480B35F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78046-3F3E-E410-80F3-DFE8C7C8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0295C-C928-0D72-94B8-9E76367F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BD05A-98B4-E80E-8F12-F4BF1FD9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1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5254A-9C0C-5AF2-BF06-2EAD2B5BD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D4F7F-ADD6-F87B-29A1-6046FB635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6541E-7E38-B31E-03EF-6995635D6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20982-31E3-616B-76F2-15674F1F5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B6DD2-95F8-D640-EE30-3999F2751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618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1">
            <a:extLst>
              <a:ext uri="{FF2B5EF4-FFF2-40B4-BE49-F238E27FC236}">
                <a16:creationId xmlns:a16="http://schemas.microsoft.com/office/drawing/2014/main" id="{301EA53C-DB0A-4ED7-8493-7D1EAB7FE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Datafest</a:t>
            </a:r>
            <a:r>
              <a:rPr lang="en-US" sz="4800" dirty="0">
                <a:solidFill>
                  <a:srgbClr val="FFFFFF"/>
                </a:solidFill>
              </a:rPr>
              <a:t> 2025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B40D9F3A-2398-43DF-818C-5C9371167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Sam Castillo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088633E7-88B3-4CC2-AFB5-9773766EF4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 2">
            <a:extLst>
              <a:ext uri="{FF2B5EF4-FFF2-40B4-BE49-F238E27FC236}">
                <a16:creationId xmlns:a16="http://schemas.microsoft.com/office/drawing/2014/main" id="{0D215B90-6AF6-4099-9BCA-725708F21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B2D68-EEC1-2B21-45E1-BDCC1A31E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Action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55FA-ECA6-DD75-7CAC-397CE3D09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Companies that are opening new offices may benefit from high-growth/high-profit margin areas</a:t>
            </a:r>
          </a:p>
          <a:p>
            <a:r>
              <a:rPr lang="en-US" sz="2000" dirty="0"/>
              <a:t>Impact of COVID resulted in 29% decrease in revenue from commercial real estate</a:t>
            </a:r>
          </a:p>
          <a:p>
            <a:r>
              <a:rPr lang="en-US" sz="2000" dirty="0" err="1"/>
              <a:t>InsurTech</a:t>
            </a:r>
            <a:r>
              <a:rPr lang="en-US" sz="2000" dirty="0"/>
              <a:t> and FinTech (Insurance, Financial Services, Legal) have most office space available.  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 descr="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61665726-80B1-0F0C-D31E-9D7DB3F5C4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87" r="12857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44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51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Datafest 2025</vt:lpstr>
      <vt:lpstr>PowerPoint Presentation</vt:lpstr>
      <vt:lpstr>PowerPoint Presentation</vt:lpstr>
      <vt:lpstr>Action Items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 Castillo</cp:lastModifiedBy>
  <cp:revision>1</cp:revision>
  <dcterms:created xsi:type="dcterms:W3CDTF">2025-04-06T15:22:21Z</dcterms:created>
  <dcterms:modified xsi:type="dcterms:W3CDTF">2025-04-06T15:29:55Z</dcterms:modified>
</cp:coreProperties>
</file>